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1da8746c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1da8746c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653f431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653f431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653f4310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653f431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653f4310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653f4310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653f4310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653f4310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653f4310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653f431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653f4310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653f4310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653f4310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653f4310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53f4310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653f4310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653f4310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653f4310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653f4310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653f4310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653f4310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653f4310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653f4310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653f4310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653f4310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653f4310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653f4310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653f4310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653f4310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653f4310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653f4310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653f4310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653f4310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653f4310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653f4310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653f4310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653f4310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8653f4310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opensustain.tech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pensustain.tech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image of a green tree on a landscape background, an oil painting, with muted colours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9605" r="9605" t="0"/>
          <a:stretch/>
        </p:blipFill>
        <p:spPr>
          <a:xfrm>
            <a:off x="0" y="2219325"/>
            <a:ext cx="9144001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82750" y="142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1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Richard Littauer, Tobias Augspurger, Alex Stinson, Pierre Vogler-Finck, Andrew Nesbitt, Chris Harris</a:t>
            </a:r>
            <a:endParaRPr sz="11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https://opensustain.tech</a:t>
            </a:r>
            <a:endParaRPr sz="11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362900" y="157325"/>
            <a:ext cx="5540400" cy="13686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4294967295" type="title"/>
          </p:nvPr>
        </p:nvSpPr>
        <p:spPr>
          <a:xfrm>
            <a:off x="3099925" y="157325"/>
            <a:ext cx="5732700" cy="8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the Open Source Ecosystem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Climate Science and Sustainable Technology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333900" y="513700"/>
            <a:ext cx="42060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are we talking here today?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19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The climate crisis is urgent, deadly, and difficult.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Solutions will involve collaboration and ingenuity.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Open source software offers the best possible chance of enabling a fast, effective response.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We want to facilitate its discovery, maintenance and use.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444800" y="3429000"/>
            <a:ext cx="5888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OpenSustain.tech is the largest, curated, open database of OSS used in climate science.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Who are we?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5" title="Screenshot 2025-11-16 at 10.44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399" y="1119675"/>
            <a:ext cx="4387525" cy="33724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08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Richard Littauer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CURIOSS, SustainOSS, PythonNZ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Alex Stinson (with apologies):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Wikimedia Foundation, Work on Climate, Climate Drift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33900" y="513700"/>
            <a:ext cx="18750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are we?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333900" y="513700"/>
            <a:ext cx="18300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415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Climate crisis is here.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Solving it will require work from all parts of society.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Governance alone is unlikely to resolve the crisis.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p16" title="Screenshot 2025-11-16 at 17.42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789" y="0"/>
            <a:ext cx="433722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title="Screenshot 2025-11-16 at 17.46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3150" y="1313100"/>
            <a:ext cx="5162941" cy="418669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Open work can help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154600" y="1152475"/>
            <a:ext cx="467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Open organizing, science, data, models, access, knowledge, source.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Top-down approach: funders, governmental policies.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Bottom up: individual researchers, individual projects.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33900" y="513700"/>
            <a:ext cx="28254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* can help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1/3rd of all of repositories on GitHub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70-90% of software has open source in it (LF, 2022); 97% (Black Duck, 2025)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Supply side worth is $4 billion; demand $9 trillion (Nagle et al.).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Who are we?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333900" y="513700"/>
            <a:ext cx="18750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OSS in Climate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Who are we?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333900" y="513700"/>
            <a:ext cx="33264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OSS in climate science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clear, predictable links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Big Tech is disincentivized to release open models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Government accountability is unreliable globally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DPGs may provide some help in the future.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Open Sustain Technology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https://opensustain.tech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OSS-community driven project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Started by Tobias Augspurger in 2020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Diverse team - academics, climate scientists, OSS ecosystem workers.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Collaborations with Linux Foundation, GitHub, and others.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OSS in Climate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Who are we?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333900" y="513700"/>
            <a:ext cx="35190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Sustain Technology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clear internet-wide search engines for OSS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Online marketing and AI slop causes semantic bleaching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Polysemic terms: "cloud", "climate", "environment"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Flood of low-quality OSS projects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GitHub stars overinflate usage metrics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standardized citation format for used papers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standardized protocols for policy usage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Open Sustain Technology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OSS in Climate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Who are we?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333900" y="513700"/>
            <a:ext cx="47712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projects themselves is hard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263400" y="2934550"/>
            <a:ext cx="8568900" cy="12780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Prioritizes human curation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Enables collaboration and re-use under open licensing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Enables loose definitions of inclusion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Uses existing systems (PRs, Markdown) in tech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Open Sustainable Technology's mission is to find, list, and share projects that preserve or analyze natural ecosystems through open technology, methods, data, intelligence, knowledge or tools.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333900" y="513700"/>
            <a:ext cx="28125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List-based approach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OSS license?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Demonstrable usage and goals that are relevant to environmental sustainability?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Active usage or development in the last year?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Use outside the project (citations, opened issues, citations or downloads)?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Documentation for re-use?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333900" y="513700"/>
            <a:ext cx="11688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Criteria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1152475"/>
            <a:ext cx="39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Human systems: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Renewable Energy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Energy Storage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Energy Systems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Consumption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Emissions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Industrial Ecology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Sustainable Development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4888500" y="1152475"/>
            <a:ext cx="39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Natural resources: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Biosphere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Cryosphere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Hydrosphere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Atmosphere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Climate Change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Natural Resources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372450" y="509825"/>
            <a:ext cx="12651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Basic Stats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152475"/>
            <a:ext cx="838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2,497 total projects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2,372 on GitHub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70% active in the last year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OST: 106 contributors, 84% by Tobias, 10~ other regular contributors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333900" y="513700"/>
            <a:ext cx="21192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statistics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75" y="1017725"/>
            <a:ext cx="7957250" cy="397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Basic Stats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333900" y="513700"/>
            <a:ext cx="34032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50" y="1017725"/>
            <a:ext cx="7820899" cy="39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Basic Stats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333900" y="513700"/>
            <a:ext cx="32685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contributors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Age Distribution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963" y="1133250"/>
            <a:ext cx="6816075" cy="383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Basic Stats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333900" y="513700"/>
            <a:ext cx="22347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 distribution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Categories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638" y="293700"/>
            <a:ext cx="4750725" cy="46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/>
          <p:nvPr/>
        </p:nvSpPr>
        <p:spPr>
          <a:xfrm>
            <a:off x="333900" y="513700"/>
            <a:ext cx="15411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Categories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Dependencies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311700" y="1152475"/>
            <a:ext cx="469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27,482 projects use OST-listed projects as deps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7,776 unique repositories; 2,715 unique packages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370 projects depend on other OST packages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52,559 dependencies; 14,518 unique packages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Basic Stats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333900" y="513700"/>
            <a:ext cx="19842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Dependencies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" name="Google Shape;212;p30" title="Screenshot 2025-11-16 at 17.13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490" y="0"/>
            <a:ext cx="414152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Ecosyste.ms Science Score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Dependencies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Basic Stats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1"/>
          <p:cNvSpPr/>
          <p:nvPr/>
        </p:nvSpPr>
        <p:spPr>
          <a:xfrm>
            <a:off x="333900" y="513700"/>
            <a:ext cx="36729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Ecosyste.ms Science Score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Average score is 43.07 (median 39).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1,829 (72.1%) of the projects had a Zenodo.json file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1,335 (52.6%) had academic emails in their commit messages;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959 (37.8%) had DOI references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859 (33.9%) had academic publication links.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343 (13.5%) had Citation.cff files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230 (9.1%) of the projects had an institutional organizational owner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172 (6.8%) of the projects were linked to JOSS papers.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OSS is definitely in use across the climate science ecosystem.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economic argument for OSS needs to be fleshed out.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Better standards for citing and linking packages are necessary.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And we need more resourcing for OpenSustain.tech itself.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333900" y="513700"/>
            <a:ext cx="14190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Join us at https://opensustain.tech.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333900" y="513700"/>
            <a:ext cx="1136700" cy="443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3"/>
          <p:cNvSpPr txBox="1"/>
          <p:nvPr>
            <p:ph type="title"/>
          </p:nvPr>
        </p:nvSpPr>
        <p:spPr>
          <a:xfrm>
            <a:off x="311700" y="448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9" name="Google Shape;239;p33" title="Screenshot 2025-11-16 at 18.06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2794" y="0"/>
            <a:ext cx="300121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
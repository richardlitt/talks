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949e6b91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949e6b91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949e6b91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949e6b91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949e6b91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5949e6b91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5949e6b91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5949e6b91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doesn't get to the core of what sustaining open source would mean, it just talks about concern for the state or future, and limits its scope.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5949e6b91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5949e6b91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949e6b91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949e6b91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go over these in depth, to see how it is applied.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949e6b91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5949e6b91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949e6b91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949e6b91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949e6b91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949e6b91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949e6b91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5949e6b91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949e6b91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5949e6b91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949e6b91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949e6b91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949e6b91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949e6b91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5949e6b91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5949e6b91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949e6b91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5949e6b91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5949e6b91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5949e6b91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949e6b91a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5949e6b91a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5949e6b91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5949e6b91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949e6b91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5949e6b91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5949e6b91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5949e6b91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5949e6b91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5949e6b91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949e6b91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5949e6b91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 These are all largely issues of scale: 1, a few, many, and then all of us.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    - They're also all coherent issues - that is, they cover the entire project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5949e6b91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5949e6b91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5949e6b91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5949e6b91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5949e6b91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5949e6b91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949e6b91a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5949e6b91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5949e6b91a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5949e6b91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5949e6b91a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5949e6b91a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5949e6b91a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5949e6b91a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5949e6b91a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5949e6b91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949e6b91a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5949e6b91a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does 'sustaining' open source fall down?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106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Richard Littauer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Richard Littauer anyway?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Linguist and Latin tutor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Developer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"Community manager"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Worked for: Hipcamp, MIT, Johns Hopkins, Protocol Labs, the OSI, Open Source Collective, the Digital Infrastructure Fund…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Currently: </a:t>
            </a:r>
            <a:r>
              <a:rPr b="1" lang="en">
                <a:solidFill>
                  <a:schemeClr val="dk1"/>
                </a:solidFill>
              </a:rPr>
              <a:t>SustainOSS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we're going to cover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SustainOSS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What sustainable means in various contexts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What to wonder when you hear the word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What's after "Is this sustainable?"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SustainOSS?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 community of people trying to figure out how to keep OSS sustainable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Conferences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Working groups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Podcasts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175" y="257175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"Sustainers"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The individual or organization who is concerned with the current state and future of highly-used and impactful open source projects.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Sustainability?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b="3655" l="0" r="0" t="53343"/>
          <a:stretch/>
        </p:blipFill>
        <p:spPr>
          <a:xfrm>
            <a:off x="0" y="1152487"/>
            <a:ext cx="9144003" cy="3311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sustainability applies in FOSS: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Projects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Developers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Communities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Businesses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Academia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Ecosystems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Environment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Projects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Growth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Diversity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Funding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Projects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Growth</a:t>
            </a:r>
            <a:endParaRPr sz="22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More in than out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Pathways to maintainer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Product management and design planning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Goal: capturing market share of attention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Projects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Diversity</a:t>
            </a:r>
            <a:endParaRPr sz="23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Welcoming community spaces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CoCs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Documentation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Moderation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Mentoring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Goal: towards some ethical destination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Projects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Funding</a:t>
            </a:r>
            <a:endParaRPr sz="24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Funding for the project costs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Funding for the core maintainers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Lifestyle funding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Funding for all contributors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Non-fiscal sponsorships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Developers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Satisfaction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Career trajectories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Mentoring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Funds and recognition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Avoiding burnout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Communities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Not always tied to a project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Functionally similar to what we talked about above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Businesses and Corporate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Focus: a bottom line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Not pushing OSS onto your employee's private time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Having advocates and marketing inside the company for open source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OSPOs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"Collaboration"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Academia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Not quite the same as industry or "open source"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Reproducibility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Citations and altmetrics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The project- or funding-based cycles of OSS in academia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The student-graduation cycle of academia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Where support comes from in the institution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Ecosystem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Funding maintainers for their work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Security and supply chains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The "digital commons"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Ecosystem</a:t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Legal sustainability and licenses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Stopping proliferation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Open washing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Patent issues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AI + open source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Taxation and infrastructural funding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The CRA and their ilk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Ecosystem</a:t>
            </a:r>
            <a:endParaRPr/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88" y="1017725"/>
            <a:ext cx="5094630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&amp; Environment</a:t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Open source hardware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Carbon-neutral data storage centers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Reducing server costs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Not using bitcoin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Avoiding the conference trap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&amp; the whole environment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Tech for environmental activists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Tech for environmental studies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Use of tech for the planet as a whole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Sustain???</a:t>
            </a:r>
            <a:endParaRPr/>
          </a:p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At this point, it should be clear that "sustainability" is being overused and is somewhat semantically bleached.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you see "Sustain", ask:</a:t>
            </a:r>
            <a:endParaRPr/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For what?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For whom?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For how long?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From what original state?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Why this term?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at risk?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Projects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Developers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Communities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Businesses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Academia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Ecosystems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Environment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 covers all manner of sins. </a:t>
            </a:r>
            <a:endParaRPr/>
          </a:p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Was it healthy to begin with?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Were people treated well?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Were practices ethical?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What about all of the stuff we talked about </a:t>
            </a:r>
            <a:r>
              <a:rPr lang="en" sz="2200">
                <a:solidFill>
                  <a:schemeClr val="dk1"/>
                </a:solidFill>
              </a:rPr>
              <a:t>above?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"sustain" mean, anyway?</a:t>
            </a:r>
            <a:endParaRPr/>
          </a:p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Temporal term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It ignores:</a:t>
            </a:r>
            <a:endParaRPr sz="23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End-of-life cycles for software projects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End-of-life cycles for software ecosystems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Boom-and-bust cycles for fads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"Sustain" fails to recognize:</a:t>
            </a:r>
            <a:endParaRPr/>
          </a:p>
        </p:txBody>
      </p:sp>
      <p:sp>
        <p:nvSpPr>
          <p:cNvPr id="206" name="Google Shape;20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Current achievements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Creative output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The bigger picture.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bigger picture:</a:t>
            </a:r>
            <a:endParaRPr/>
          </a:p>
        </p:txBody>
      </p:sp>
      <p:sp>
        <p:nvSpPr>
          <p:cNvPr id="212" name="Google Shape;21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Life on earth is dying.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Things are mildly OK for some humans right now.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The heat death of the universe.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bigger picture:</a:t>
            </a:r>
            <a:endParaRPr/>
          </a:p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Every piece of software you love will die and be forgotten.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what matters?</a:t>
            </a:r>
            <a:endParaRPr/>
          </a:p>
        </p:txBody>
      </p:sp>
      <p:sp>
        <p:nvSpPr>
          <p:cNvPr id="224" name="Google Shape;22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Ennoble human nature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To act cooperatively and with an egalitarian mindset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To make life more meaningful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To mitigate and reduce pain and suffering.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 of saying "Sustain!", ask:</a:t>
            </a:r>
            <a:endParaRPr/>
          </a:p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Does my personal development life / project / ecosystem / business contribute to the happiness of myself and others?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Does it recognize, validate, and protect basic living rights?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Does it reduce harm?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Does it increase capacity for wonder, awe, and joy?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gets measured is what is valued. </a:t>
            </a:r>
            <a:endParaRPr/>
          </a:p>
        </p:txBody>
      </p:sp>
      <p:sp>
        <p:nvSpPr>
          <p:cNvPr id="236" name="Google Shape;23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How are you measuring joy?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How are you measuring wonder?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How are you measuring impact on real lives?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How are you working towards improving those metrics?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Thanks.</a:t>
            </a:r>
            <a:endParaRPr/>
          </a:p>
        </p:txBody>
      </p:sp>
      <p:pic>
        <p:nvPicPr>
          <p:cNvPr id="242" name="Google Shape;24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725" y="1017725"/>
            <a:ext cx="452856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4"/>
          <p:cNvSpPr txBox="1"/>
          <p:nvPr/>
        </p:nvSpPr>
        <p:spPr>
          <a:xfrm>
            <a:off x="390325" y="2472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Here's a Pika.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